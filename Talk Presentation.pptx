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68D1F5-90E0-467A-8522-56BCA1BD0AB2}" v="2" dt="2026-03-04T18:50:48.7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672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viatoslav Cherniak" userId="5ccca3ab7b45e3c7" providerId="LiveId" clId="{22238C8C-78F1-4C41-9404-AC2C8E199534}"/>
    <pc:docChg chg="undo custSel addSld delSld modSld sldOrd">
      <pc:chgData name="Sviatoslav Cherniak" userId="5ccca3ab7b45e3c7" providerId="LiveId" clId="{22238C8C-78F1-4C41-9404-AC2C8E199534}" dt="2026-03-05T17:39:53.127" v="1552" actId="20577"/>
      <pc:docMkLst>
        <pc:docMk/>
      </pc:docMkLst>
      <pc:sldChg chg="modSp mod">
        <pc:chgData name="Sviatoslav Cherniak" userId="5ccca3ab7b45e3c7" providerId="LiveId" clId="{22238C8C-78F1-4C41-9404-AC2C8E199534}" dt="2026-03-04T18:50:48.721" v="1546"/>
        <pc:sldMkLst>
          <pc:docMk/>
          <pc:sldMk cId="0" sldId="256"/>
        </pc:sldMkLst>
        <pc:spChg chg="mod">
          <ac:chgData name="Sviatoslav Cherniak" userId="5ccca3ab7b45e3c7" providerId="LiveId" clId="{22238C8C-78F1-4C41-9404-AC2C8E199534}" dt="2026-03-04T18:50:40.766" v="1545" actId="27636"/>
          <ac:spMkLst>
            <pc:docMk/>
            <pc:sldMk cId="0" sldId="256"/>
            <ac:spMk id="2" creationId="{00000000-0000-0000-0000-000000000000}"/>
          </ac:spMkLst>
        </pc:spChg>
        <pc:spChg chg="mod">
          <ac:chgData name="Sviatoslav Cherniak" userId="5ccca3ab7b45e3c7" providerId="LiveId" clId="{22238C8C-78F1-4C41-9404-AC2C8E199534}" dt="2026-03-04T18:50:48.721" v="1546"/>
          <ac:spMkLst>
            <pc:docMk/>
            <pc:sldMk cId="0" sldId="256"/>
            <ac:spMk id="3" creationId="{00000000-0000-0000-0000-000000000000}"/>
          </ac:spMkLst>
        </pc:spChg>
      </pc:sldChg>
      <pc:sldChg chg="modSp new mod">
        <pc:chgData name="Sviatoslav Cherniak" userId="5ccca3ab7b45e3c7" providerId="LiveId" clId="{22238C8C-78F1-4C41-9404-AC2C8E199534}" dt="2026-03-04T18:43:35.050" v="1391" actId="20577"/>
        <pc:sldMkLst>
          <pc:docMk/>
          <pc:sldMk cId="726010538" sldId="257"/>
        </pc:sldMkLst>
        <pc:spChg chg="mod">
          <ac:chgData name="Sviatoslav Cherniak" userId="5ccca3ab7b45e3c7" providerId="LiveId" clId="{22238C8C-78F1-4C41-9404-AC2C8E199534}" dt="2026-03-04T18:43:35.050" v="1391" actId="20577"/>
          <ac:spMkLst>
            <pc:docMk/>
            <pc:sldMk cId="726010538" sldId="257"/>
            <ac:spMk id="2" creationId="{7CF6F00C-2792-2643-6284-DF23A8F1532F}"/>
          </ac:spMkLst>
        </pc:spChg>
      </pc:sldChg>
      <pc:sldChg chg="modSp new mod ord">
        <pc:chgData name="Sviatoslav Cherniak" userId="5ccca3ab7b45e3c7" providerId="LiveId" clId="{22238C8C-78F1-4C41-9404-AC2C8E199534}" dt="2026-03-04T18:21:30.790" v="1367" actId="20577"/>
        <pc:sldMkLst>
          <pc:docMk/>
          <pc:sldMk cId="3848554601" sldId="258"/>
        </pc:sldMkLst>
        <pc:spChg chg="mod">
          <ac:chgData name="Sviatoslav Cherniak" userId="5ccca3ab7b45e3c7" providerId="LiveId" clId="{22238C8C-78F1-4C41-9404-AC2C8E199534}" dt="2026-03-04T18:21:30.790" v="1367" actId="20577"/>
          <ac:spMkLst>
            <pc:docMk/>
            <pc:sldMk cId="3848554601" sldId="258"/>
            <ac:spMk id="2" creationId="{BD504874-69E6-F79F-731F-12F9C014150F}"/>
          </ac:spMkLst>
        </pc:spChg>
      </pc:sldChg>
      <pc:sldChg chg="modSp new mod ord">
        <pc:chgData name="Sviatoslav Cherniak" userId="5ccca3ab7b45e3c7" providerId="LiveId" clId="{22238C8C-78F1-4C41-9404-AC2C8E199534}" dt="2026-03-04T18:43:59.164" v="1418" actId="313"/>
        <pc:sldMkLst>
          <pc:docMk/>
          <pc:sldMk cId="2186260024" sldId="259"/>
        </pc:sldMkLst>
        <pc:spChg chg="mod">
          <ac:chgData name="Sviatoslav Cherniak" userId="5ccca3ab7b45e3c7" providerId="LiveId" clId="{22238C8C-78F1-4C41-9404-AC2C8E199534}" dt="2026-03-04T18:43:59.164" v="1418" actId="313"/>
          <ac:spMkLst>
            <pc:docMk/>
            <pc:sldMk cId="2186260024" sldId="259"/>
            <ac:spMk id="2" creationId="{B6B3775E-22FE-4034-1E24-8E0EBDC17E3B}"/>
          </ac:spMkLst>
        </pc:spChg>
      </pc:sldChg>
      <pc:sldChg chg="modSp new mod">
        <pc:chgData name="Sviatoslav Cherniak" userId="5ccca3ab7b45e3c7" providerId="LiveId" clId="{22238C8C-78F1-4C41-9404-AC2C8E199534}" dt="2026-03-05T17:39:53.127" v="1552" actId="20577"/>
        <pc:sldMkLst>
          <pc:docMk/>
          <pc:sldMk cId="1669264391" sldId="260"/>
        </pc:sldMkLst>
        <pc:spChg chg="mod">
          <ac:chgData name="Sviatoslav Cherniak" userId="5ccca3ab7b45e3c7" providerId="LiveId" clId="{22238C8C-78F1-4C41-9404-AC2C8E199534}" dt="2026-03-05T17:39:53.127" v="1552" actId="20577"/>
          <ac:spMkLst>
            <pc:docMk/>
            <pc:sldMk cId="1669264391" sldId="260"/>
            <ac:spMk id="2" creationId="{0C9ACCB9-9EAE-EE93-7A51-70A7BD728D35}"/>
          </ac:spMkLst>
        </pc:spChg>
      </pc:sldChg>
      <pc:sldChg chg="modSp new mod">
        <pc:chgData name="Sviatoslav Cherniak" userId="5ccca3ab7b45e3c7" providerId="LiveId" clId="{22238C8C-78F1-4C41-9404-AC2C8E199534}" dt="2026-03-04T18:49:23.354" v="1512" actId="20577"/>
        <pc:sldMkLst>
          <pc:docMk/>
          <pc:sldMk cId="196967786" sldId="261"/>
        </pc:sldMkLst>
        <pc:spChg chg="mod">
          <ac:chgData name="Sviatoslav Cherniak" userId="5ccca3ab7b45e3c7" providerId="LiveId" clId="{22238C8C-78F1-4C41-9404-AC2C8E199534}" dt="2026-03-04T18:49:23.354" v="1512" actId="20577"/>
          <ac:spMkLst>
            <pc:docMk/>
            <pc:sldMk cId="196967786" sldId="261"/>
            <ac:spMk id="2" creationId="{97DD5214-7A39-5960-C115-7074085763E9}"/>
          </ac:spMkLst>
        </pc:spChg>
      </pc:sldChg>
      <pc:sldChg chg="modSp new del mod">
        <pc:chgData name="Sviatoslav Cherniak" userId="5ccca3ab7b45e3c7" providerId="LiveId" clId="{22238C8C-78F1-4C41-9404-AC2C8E199534}" dt="2026-03-04T18:11:48.175" v="1074" actId="2696"/>
        <pc:sldMkLst>
          <pc:docMk/>
          <pc:sldMk cId="3736690610" sldId="261"/>
        </pc:sldMkLst>
        <pc:spChg chg="mod">
          <ac:chgData name="Sviatoslav Cherniak" userId="5ccca3ab7b45e3c7" providerId="LiveId" clId="{22238C8C-78F1-4C41-9404-AC2C8E199534}" dt="2026-03-04T18:05:24.752" v="1063" actId="20577"/>
          <ac:spMkLst>
            <pc:docMk/>
            <pc:sldMk cId="3736690610" sldId="261"/>
            <ac:spMk id="2" creationId="{E3F53826-A42D-8AEC-0D2D-400A575D0DA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Games of long tailed Chicken in the arctic and the dessert. 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The fruits of interdisciplinary research in decision theory.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6F00C-2792-2643-6284-DF23A8F15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Sequential Games, Backward Induction and their limits under heavy tails . Chicken Game in Greenland.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133F-2A1B-8FEC-BF98-4FF599373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6010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04874-69E6-F79F-731F-12F9C0141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Where Normative Theory isn’t enough. The uneasy truce between Constructivism in IR and Prospect theory.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ECFAA-BCF9-D71B-C646-0C0C56A67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8554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3775E-22FE-4034-1E24-8E0EBDC1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Framing and risk aversion. Choosing rational outcomes for irrational reasons. The Davos “Swerve”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F16F0-DECD-DB63-43EB-5EF8CC35E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6260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ACCB9-9EAE-EE93-7A51-70A7BD728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err="1"/>
              <a:t>Extra.Strategic</a:t>
            </a:r>
            <a:r>
              <a:rPr lang="en-GB" dirty="0"/>
              <a:t> hysteresis? The Poisoned Chalice of the Iran Iraq war after Second Khorramshahr(1982).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BAA69-6E25-77B0-3F9E-BA957A157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264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D5214-7A39-5960-C115-707408576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Better theories better models. The fruits of interdisciplinary research in decision theory.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8630D-115D-05DD-AF76-F44C5DE0F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967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1431</TotalTime>
  <Words>106</Words>
  <Application>Microsoft Office PowerPoint</Application>
  <PresentationFormat>Widescreen</PresentationFormat>
  <Paragraphs>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 Games of long tailed Chicken in the arctic and the dessert.  </vt:lpstr>
      <vt:lpstr>Sequential Games, Backward Induction and their limits under heavy tails . Chicken Game in Greenland.</vt:lpstr>
      <vt:lpstr>Where Normative Theory isn’t enough. The uneasy truce between Constructivism in IR and Prospect theory. </vt:lpstr>
      <vt:lpstr>Framing and risk aversion. Choosing rational outcomes for irrational reasons. The Davos “Swerve”</vt:lpstr>
      <vt:lpstr>Extra.Strategic hysteresis? The Poisoned Chalice of the Iran Iraq war after Second Khorramshahr(1982). </vt:lpstr>
      <vt:lpstr>Better theories better models. The fruits of interdisciplinary research in decision theory.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Sviatoslav Cherniak</dc:creator>
  <cp:lastModifiedBy>Sviatoslav Cherniak</cp:lastModifiedBy>
  <cp:revision>2</cp:revision>
  <dcterms:created xsi:type="dcterms:W3CDTF">2025-07-23T00:59:00Z</dcterms:created>
  <dcterms:modified xsi:type="dcterms:W3CDTF">2026-03-05T17:39:59Z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2052-12.1.0.21915</vt:lpwstr>
  </property>
</Properties>
</file>
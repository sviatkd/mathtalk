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C0FCD4-0B3B-45C0-9517-D2A8D398BE96}" v="361" dt="2026-03-06T15:35:25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viatoslav Cherniak" userId="5ccca3ab7b45e3c7" providerId="LiveId" clId="{22238C8C-78F1-4C41-9404-AC2C8E199534}"/>
    <pc:docChg chg="undo custSel addSld delSld modSld sldOrd">
      <pc:chgData name="Sviatoslav Cherniak" userId="5ccca3ab7b45e3c7" providerId="LiveId" clId="{22238C8C-78F1-4C41-9404-AC2C8E199534}" dt="2026-03-06T15:35:25.520" v="2239" actId="20577"/>
      <pc:docMkLst>
        <pc:docMk/>
      </pc:docMkLst>
      <pc:sldChg chg="modSp mod">
        <pc:chgData name="Sviatoslav Cherniak" userId="5ccca3ab7b45e3c7" providerId="LiveId" clId="{22238C8C-78F1-4C41-9404-AC2C8E199534}" dt="2026-03-06T15:27:15.044" v="1887" actId="27636"/>
        <pc:sldMkLst>
          <pc:docMk/>
          <pc:sldMk cId="0" sldId="256"/>
        </pc:sldMkLst>
        <pc:spChg chg="mod">
          <ac:chgData name="Sviatoslav Cherniak" userId="5ccca3ab7b45e3c7" providerId="LiveId" clId="{22238C8C-78F1-4C41-9404-AC2C8E199534}" dt="2026-03-06T15:27:15.044" v="1887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viatoslav Cherniak" userId="5ccca3ab7b45e3c7" providerId="LiveId" clId="{22238C8C-78F1-4C41-9404-AC2C8E199534}" dt="2026-03-06T15:25:38.623" v="1885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new mod ord setBg">
        <pc:chgData name="Sviatoslav Cherniak" userId="5ccca3ab7b45e3c7" providerId="LiveId" clId="{22238C8C-78F1-4C41-9404-AC2C8E199534}" dt="2026-03-06T15:35:25.520" v="2239" actId="20577"/>
        <pc:sldMkLst>
          <pc:docMk/>
          <pc:sldMk cId="726010538" sldId="257"/>
        </pc:sldMkLst>
        <pc:spChg chg="mod">
          <ac:chgData name="Sviatoslav Cherniak" userId="5ccca3ab7b45e3c7" providerId="LiveId" clId="{22238C8C-78F1-4C41-9404-AC2C8E199534}" dt="2026-03-06T15:03:28.975" v="1569" actId="26606"/>
          <ac:spMkLst>
            <pc:docMk/>
            <pc:sldMk cId="726010538" sldId="257"/>
            <ac:spMk id="2" creationId="{7CF6F00C-2792-2643-6284-DF23A8F1532F}"/>
          </ac:spMkLst>
        </pc:spChg>
        <pc:spChg chg="del">
          <ac:chgData name="Sviatoslav Cherniak" userId="5ccca3ab7b45e3c7" providerId="LiveId" clId="{22238C8C-78F1-4C41-9404-AC2C8E199534}" dt="2026-03-06T15:00:26.676" v="1553" actId="931"/>
          <ac:spMkLst>
            <pc:docMk/>
            <pc:sldMk cId="726010538" sldId="257"/>
            <ac:spMk id="3" creationId="{6E87133F-2A1B-8FEC-BF98-4FF599373E30}"/>
          </ac:spMkLst>
        </pc:spChg>
        <pc:spChg chg="add del mod">
          <ac:chgData name="Sviatoslav Cherniak" userId="5ccca3ab7b45e3c7" providerId="LiveId" clId="{22238C8C-78F1-4C41-9404-AC2C8E199534}" dt="2026-03-06T15:02:40.971" v="1562" actId="931"/>
          <ac:spMkLst>
            <pc:docMk/>
            <pc:sldMk cId="726010538" sldId="257"/>
            <ac:spMk id="7" creationId="{219098BC-64A4-93DE-8F44-73598E3B2287}"/>
          </ac:spMkLst>
        </pc:spChg>
        <pc:spChg chg="add del mod">
          <ac:chgData name="Sviatoslav Cherniak" userId="5ccca3ab7b45e3c7" providerId="LiveId" clId="{22238C8C-78F1-4C41-9404-AC2C8E199534}" dt="2026-03-06T15:02:53.728" v="1564" actId="931"/>
          <ac:spMkLst>
            <pc:docMk/>
            <pc:sldMk cId="726010538" sldId="257"/>
            <ac:spMk id="11" creationId="{31FF083D-15F2-B302-B34E-1C1696A32586}"/>
          </ac:spMkLst>
        </pc:spChg>
        <pc:spChg chg="add del mod">
          <ac:chgData name="Sviatoslav Cherniak" userId="5ccca3ab7b45e3c7" providerId="LiveId" clId="{22238C8C-78F1-4C41-9404-AC2C8E199534}" dt="2026-03-06T15:21:31.823" v="1757"/>
          <ac:spMkLst>
            <pc:docMk/>
            <pc:sldMk cId="726010538" sldId="257"/>
            <ac:spMk id="16" creationId="{0EA301E4-E11A-E4B5-C1E5-6E555715B29A}"/>
          </ac:spMkLst>
        </pc:spChg>
        <pc:spChg chg="add mod">
          <ac:chgData name="Sviatoslav Cherniak" userId="5ccca3ab7b45e3c7" providerId="LiveId" clId="{22238C8C-78F1-4C41-9404-AC2C8E199534}" dt="2026-03-06T15:23:45.616" v="1854" actId="1076"/>
          <ac:spMkLst>
            <pc:docMk/>
            <pc:sldMk cId="726010538" sldId="257"/>
            <ac:spMk id="17" creationId="{7709E378-30CF-E71E-28D9-1A940107D014}"/>
          </ac:spMkLst>
        </pc:spChg>
        <pc:spChg chg="add del mod">
          <ac:chgData name="Sviatoslav Cherniak" userId="5ccca3ab7b45e3c7" providerId="LiveId" clId="{22238C8C-78F1-4C41-9404-AC2C8E199534}" dt="2026-03-06T15:24:31.100" v="1856" actId="931"/>
          <ac:spMkLst>
            <pc:docMk/>
            <pc:sldMk cId="726010538" sldId="257"/>
            <ac:spMk id="19" creationId="{E9857D9A-6504-2F64-2555-E14A0C81A8A4}"/>
          </ac:spMkLst>
        </pc:spChg>
        <pc:spChg chg="add">
          <ac:chgData name="Sviatoslav Cherniak" userId="5ccca3ab7b45e3c7" providerId="LiveId" clId="{22238C8C-78F1-4C41-9404-AC2C8E199534}" dt="2026-03-06T15:03:28.975" v="1569" actId="26606"/>
          <ac:spMkLst>
            <pc:docMk/>
            <pc:sldMk cId="726010538" sldId="257"/>
            <ac:spMk id="20" creationId="{022BDE4A-8A20-4A69-9C5A-581C82036A4D}"/>
          </ac:spMkLst>
        </pc:spChg>
        <pc:spChg chg="add mod">
          <ac:chgData name="Sviatoslav Cherniak" userId="5ccca3ab7b45e3c7" providerId="LiveId" clId="{22238C8C-78F1-4C41-9404-AC2C8E199534}" dt="2026-03-06T15:35:25.520" v="2239" actId="20577"/>
          <ac:spMkLst>
            <pc:docMk/>
            <pc:sldMk cId="726010538" sldId="257"/>
            <ac:spMk id="23" creationId="{202D2835-666E-1573-34BC-C044AF68744C}"/>
          </ac:spMkLst>
        </pc:spChg>
        <pc:picChg chg="add del mod ord">
          <ac:chgData name="Sviatoslav Cherniak" userId="5ccca3ab7b45e3c7" providerId="LiveId" clId="{22238C8C-78F1-4C41-9404-AC2C8E199534}" dt="2026-03-06T15:01:03.082" v="1561" actId="21"/>
          <ac:picMkLst>
            <pc:docMk/>
            <pc:sldMk cId="726010538" sldId="257"/>
            <ac:picMk id="5" creationId="{2F2059D9-EDDA-095C-7A95-8B2134BF7C88}"/>
          </ac:picMkLst>
        </pc:picChg>
        <pc:picChg chg="add del mod ord">
          <ac:chgData name="Sviatoslav Cherniak" userId="5ccca3ab7b45e3c7" providerId="LiveId" clId="{22238C8C-78F1-4C41-9404-AC2C8E199534}" dt="2026-03-06T15:02:44.853" v="1563" actId="21"/>
          <ac:picMkLst>
            <pc:docMk/>
            <pc:sldMk cId="726010538" sldId="257"/>
            <ac:picMk id="9" creationId="{3147BC28-7695-4911-2BD2-08AB2F2AB038}"/>
          </ac:picMkLst>
        </pc:picChg>
        <pc:picChg chg="add del mod ord">
          <ac:chgData name="Sviatoslav Cherniak" userId="5ccca3ab7b45e3c7" providerId="LiveId" clId="{22238C8C-78F1-4C41-9404-AC2C8E199534}" dt="2026-03-06T15:24:18.333" v="1855" actId="21"/>
          <ac:picMkLst>
            <pc:docMk/>
            <pc:sldMk cId="726010538" sldId="257"/>
            <ac:picMk id="13" creationId="{A5418ECF-C12A-8E10-8E88-C1BAD32B9A79}"/>
          </ac:picMkLst>
        </pc:picChg>
        <pc:picChg chg="add mod">
          <ac:chgData name="Sviatoslav Cherniak" userId="5ccca3ab7b45e3c7" providerId="LiveId" clId="{22238C8C-78F1-4C41-9404-AC2C8E199534}" dt="2026-03-06T15:21:46.300" v="1759" actId="14100"/>
          <ac:picMkLst>
            <pc:docMk/>
            <pc:sldMk cId="726010538" sldId="257"/>
            <ac:picMk id="15" creationId="{DCA6CF49-2F6F-15B8-599F-A705AC9556DF}"/>
          </ac:picMkLst>
        </pc:picChg>
        <pc:picChg chg="add mod ord">
          <ac:chgData name="Sviatoslav Cherniak" userId="5ccca3ab7b45e3c7" providerId="LiveId" clId="{22238C8C-78F1-4C41-9404-AC2C8E199534}" dt="2026-03-06T15:24:41.630" v="1858" actId="14100"/>
          <ac:picMkLst>
            <pc:docMk/>
            <pc:sldMk cId="726010538" sldId="257"/>
            <ac:picMk id="22" creationId="{6F833946-557F-4876-4D4D-D0CA5DE7C4A0}"/>
          </ac:picMkLst>
        </pc:picChg>
      </pc:sldChg>
      <pc:sldChg chg="addSp delSp modSp new mod ord">
        <pc:chgData name="Sviatoslav Cherniak" userId="5ccca3ab7b45e3c7" providerId="LiveId" clId="{22238C8C-78F1-4C41-9404-AC2C8E199534}" dt="2026-03-06T15:31:19.554" v="2206" actId="20577"/>
        <pc:sldMkLst>
          <pc:docMk/>
          <pc:sldMk cId="3848554601" sldId="258"/>
        </pc:sldMkLst>
        <pc:spChg chg="mod">
          <ac:chgData name="Sviatoslav Cherniak" userId="5ccca3ab7b45e3c7" providerId="LiveId" clId="{22238C8C-78F1-4C41-9404-AC2C8E199534}" dt="2026-03-04T18:21:30.790" v="1367" actId="20577"/>
          <ac:spMkLst>
            <pc:docMk/>
            <pc:sldMk cId="3848554601" sldId="258"/>
            <ac:spMk id="2" creationId="{BD504874-69E6-F79F-731F-12F9C014150F}"/>
          </ac:spMkLst>
        </pc:spChg>
        <pc:spChg chg="del">
          <ac:chgData name="Sviatoslav Cherniak" userId="5ccca3ab7b45e3c7" providerId="LiveId" clId="{22238C8C-78F1-4C41-9404-AC2C8E199534}" dt="2026-03-06T15:04:02.498" v="1570" actId="931"/>
          <ac:spMkLst>
            <pc:docMk/>
            <pc:sldMk cId="3848554601" sldId="258"/>
            <ac:spMk id="3" creationId="{E7EECFAA-BCF9-D71B-C646-0C0C56A67A99}"/>
          </ac:spMkLst>
        </pc:spChg>
        <pc:spChg chg="add mod">
          <ac:chgData name="Sviatoslav Cherniak" userId="5ccca3ab7b45e3c7" providerId="LiveId" clId="{22238C8C-78F1-4C41-9404-AC2C8E199534}" dt="2026-03-06T15:31:19.554" v="2206" actId="20577"/>
          <ac:spMkLst>
            <pc:docMk/>
            <pc:sldMk cId="3848554601" sldId="258"/>
            <ac:spMk id="11" creationId="{030A2210-6E3C-7373-596C-22834B2FB128}"/>
          </ac:spMkLst>
        </pc:spChg>
        <pc:picChg chg="add del mod ord">
          <ac:chgData name="Sviatoslav Cherniak" userId="5ccca3ab7b45e3c7" providerId="LiveId" clId="{22238C8C-78F1-4C41-9404-AC2C8E199534}" dt="2026-03-06T15:14:42.813" v="1586" actId="21"/>
          <ac:picMkLst>
            <pc:docMk/>
            <pc:sldMk cId="3848554601" sldId="258"/>
            <ac:picMk id="5" creationId="{7E8EBC69-1C89-10A1-6FE8-4BBCF026E825}"/>
          </ac:picMkLst>
        </pc:picChg>
        <pc:picChg chg="add del mod">
          <ac:chgData name="Sviatoslav Cherniak" userId="5ccca3ab7b45e3c7" providerId="LiveId" clId="{22238C8C-78F1-4C41-9404-AC2C8E199534}" dt="2026-03-06T15:04:52.989" v="1576" actId="21"/>
          <ac:picMkLst>
            <pc:docMk/>
            <pc:sldMk cId="3848554601" sldId="258"/>
            <ac:picMk id="7" creationId="{55CDFE1F-B491-CF78-8E6C-60BB5B0F30CB}"/>
          </ac:picMkLst>
        </pc:picChg>
        <pc:picChg chg="add del mod">
          <ac:chgData name="Sviatoslav Cherniak" userId="5ccca3ab7b45e3c7" providerId="LiveId" clId="{22238C8C-78F1-4C41-9404-AC2C8E199534}" dt="2026-03-06T15:14:49.453" v="1587" actId="21"/>
          <ac:picMkLst>
            <pc:docMk/>
            <pc:sldMk cId="3848554601" sldId="258"/>
            <ac:picMk id="9" creationId="{4C40D834-4AE6-E99A-632D-B4DE50829FA1}"/>
          </ac:picMkLst>
        </pc:picChg>
      </pc:sldChg>
      <pc:sldChg chg="addSp delSp modSp new mod ord setBg">
        <pc:chgData name="Sviatoslav Cherniak" userId="5ccca3ab7b45e3c7" providerId="LiveId" clId="{22238C8C-78F1-4C41-9404-AC2C8E199534}" dt="2026-03-06T15:15:13.683" v="1590" actId="26606"/>
        <pc:sldMkLst>
          <pc:docMk/>
          <pc:sldMk cId="2186260024" sldId="259"/>
        </pc:sldMkLst>
        <pc:spChg chg="mod">
          <ac:chgData name="Sviatoslav Cherniak" userId="5ccca3ab7b45e3c7" providerId="LiveId" clId="{22238C8C-78F1-4C41-9404-AC2C8E199534}" dt="2026-03-06T15:15:13.683" v="1590" actId="26606"/>
          <ac:spMkLst>
            <pc:docMk/>
            <pc:sldMk cId="2186260024" sldId="259"/>
            <ac:spMk id="2" creationId="{B6B3775E-22FE-4034-1E24-8E0EBDC17E3B}"/>
          </ac:spMkLst>
        </pc:spChg>
        <pc:spChg chg="del">
          <ac:chgData name="Sviatoslav Cherniak" userId="5ccca3ab7b45e3c7" providerId="LiveId" clId="{22238C8C-78F1-4C41-9404-AC2C8E199534}" dt="2026-03-06T15:15:09.999" v="1588" actId="931"/>
          <ac:spMkLst>
            <pc:docMk/>
            <pc:sldMk cId="2186260024" sldId="259"/>
            <ac:spMk id="3" creationId="{CF6F16F0-DECD-DB63-43EB-5EF8CC35E6D2}"/>
          </ac:spMkLst>
        </pc:spChg>
        <pc:spChg chg="add">
          <ac:chgData name="Sviatoslav Cherniak" userId="5ccca3ab7b45e3c7" providerId="LiveId" clId="{22238C8C-78F1-4C41-9404-AC2C8E199534}" dt="2026-03-06T15:15:13.683" v="1590" actId="26606"/>
          <ac:spMkLst>
            <pc:docMk/>
            <pc:sldMk cId="2186260024" sldId="259"/>
            <ac:spMk id="12" creationId="{022BDE4A-8A20-4A69-9C5A-581C82036A4D}"/>
          </ac:spMkLst>
        </pc:spChg>
        <pc:picChg chg="add mod ord">
          <ac:chgData name="Sviatoslav Cherniak" userId="5ccca3ab7b45e3c7" providerId="LiveId" clId="{22238C8C-78F1-4C41-9404-AC2C8E199534}" dt="2026-03-06T15:15:13.683" v="1590" actId="26606"/>
          <ac:picMkLst>
            <pc:docMk/>
            <pc:sldMk cId="2186260024" sldId="259"/>
            <ac:picMk id="5" creationId="{EA774F48-E2F7-FC5C-F2C7-4A00B8944967}"/>
          </ac:picMkLst>
        </pc:picChg>
        <pc:picChg chg="add mod">
          <ac:chgData name="Sviatoslav Cherniak" userId="5ccca3ab7b45e3c7" providerId="LiveId" clId="{22238C8C-78F1-4C41-9404-AC2C8E199534}" dt="2026-03-06T15:15:13.683" v="1590" actId="26606"/>
          <ac:picMkLst>
            <pc:docMk/>
            <pc:sldMk cId="2186260024" sldId="259"/>
            <ac:picMk id="7" creationId="{0224B80B-65BC-985B-C677-5369A8BC3D65}"/>
          </ac:picMkLst>
        </pc:picChg>
      </pc:sldChg>
      <pc:sldChg chg="modSp new mod">
        <pc:chgData name="Sviatoslav Cherniak" userId="5ccca3ab7b45e3c7" providerId="LiveId" clId="{22238C8C-78F1-4C41-9404-AC2C8E199534}" dt="2026-03-05T17:39:53.127" v="1552" actId="20577"/>
        <pc:sldMkLst>
          <pc:docMk/>
          <pc:sldMk cId="1669264391" sldId="260"/>
        </pc:sldMkLst>
        <pc:spChg chg="mod">
          <ac:chgData name="Sviatoslav Cherniak" userId="5ccca3ab7b45e3c7" providerId="LiveId" clId="{22238C8C-78F1-4C41-9404-AC2C8E199534}" dt="2026-03-05T17:39:53.127" v="1552" actId="20577"/>
          <ac:spMkLst>
            <pc:docMk/>
            <pc:sldMk cId="1669264391" sldId="260"/>
            <ac:spMk id="2" creationId="{0C9ACCB9-9EAE-EE93-7A51-70A7BD728D35}"/>
          </ac:spMkLst>
        </pc:spChg>
      </pc:sldChg>
      <pc:sldChg chg="modSp new mod ord">
        <pc:chgData name="Sviatoslav Cherniak" userId="5ccca3ab7b45e3c7" providerId="LiveId" clId="{22238C8C-78F1-4C41-9404-AC2C8E199534}" dt="2026-03-06T15:29:05.550" v="2110"/>
        <pc:sldMkLst>
          <pc:docMk/>
          <pc:sldMk cId="196967786" sldId="261"/>
        </pc:sldMkLst>
        <pc:spChg chg="mod">
          <ac:chgData name="Sviatoslav Cherniak" userId="5ccca3ab7b45e3c7" providerId="LiveId" clId="{22238C8C-78F1-4C41-9404-AC2C8E199534}" dt="2026-03-04T18:49:23.354" v="1512" actId="20577"/>
          <ac:spMkLst>
            <pc:docMk/>
            <pc:sldMk cId="196967786" sldId="261"/>
            <ac:spMk id="2" creationId="{97DD5214-7A39-5960-C115-7074085763E9}"/>
          </ac:spMkLst>
        </pc:spChg>
      </pc:sldChg>
      <pc:sldChg chg="addSp delSp modSp new mod setBg">
        <pc:chgData name="Sviatoslav Cherniak" userId="5ccca3ab7b45e3c7" providerId="LiveId" clId="{22238C8C-78F1-4C41-9404-AC2C8E199534}" dt="2026-03-06T15:18:13.349" v="1746" actId="20577"/>
        <pc:sldMkLst>
          <pc:docMk/>
          <pc:sldMk cId="629165924" sldId="262"/>
        </pc:sldMkLst>
        <pc:spChg chg="mod">
          <ac:chgData name="Sviatoslav Cherniak" userId="5ccca3ab7b45e3c7" providerId="LiveId" clId="{22238C8C-78F1-4C41-9404-AC2C8E199534}" dt="2026-03-06T15:18:13.349" v="1746" actId="20577"/>
          <ac:spMkLst>
            <pc:docMk/>
            <pc:sldMk cId="629165924" sldId="262"/>
            <ac:spMk id="2" creationId="{14FDD7D8-CF90-939A-82A8-FDADB2F50FA8}"/>
          </ac:spMkLst>
        </pc:spChg>
        <pc:spChg chg="del">
          <ac:chgData name="Sviatoslav Cherniak" userId="5ccca3ab7b45e3c7" providerId="LiveId" clId="{22238C8C-78F1-4C41-9404-AC2C8E199534}" dt="2026-03-06T15:17:45.943" v="1696" actId="931"/>
          <ac:spMkLst>
            <pc:docMk/>
            <pc:sldMk cId="629165924" sldId="262"/>
            <ac:spMk id="3" creationId="{F615324A-F8B8-26E6-B638-5FA1E746470C}"/>
          </ac:spMkLst>
        </pc:spChg>
        <pc:spChg chg="add del">
          <ac:chgData name="Sviatoslav Cherniak" userId="5ccca3ab7b45e3c7" providerId="LiveId" clId="{22238C8C-78F1-4C41-9404-AC2C8E199534}" dt="2026-03-06T15:17:52.990" v="1700" actId="26606"/>
          <ac:spMkLst>
            <pc:docMk/>
            <pc:sldMk cId="629165924" sldId="262"/>
            <ac:spMk id="10" creationId="{BA79A7CF-01AF-4178-9369-94E0C90EB046}"/>
          </ac:spMkLst>
        </pc:spChg>
        <pc:spChg chg="add del">
          <ac:chgData name="Sviatoslav Cherniak" userId="5ccca3ab7b45e3c7" providerId="LiveId" clId="{22238C8C-78F1-4C41-9404-AC2C8E199534}" dt="2026-03-06T15:17:52.990" v="1700" actId="26606"/>
          <ac:spMkLst>
            <pc:docMk/>
            <pc:sldMk cId="629165924" sldId="262"/>
            <ac:spMk id="12" creationId="{99413ED5-9ED4-4772-BCE4-2BCAE6B12E35}"/>
          </ac:spMkLst>
        </pc:spChg>
        <pc:spChg chg="add del">
          <ac:chgData name="Sviatoslav Cherniak" userId="5ccca3ab7b45e3c7" providerId="LiveId" clId="{22238C8C-78F1-4C41-9404-AC2C8E199534}" dt="2026-03-06T15:17:52.990" v="1700" actId="26606"/>
          <ac:spMkLst>
            <pc:docMk/>
            <pc:sldMk cId="629165924" sldId="262"/>
            <ac:spMk id="14" creationId="{04357C93-F0CB-4A1C-8F77-4E9063789819}"/>
          </ac:spMkLst>
        </pc:spChg>
        <pc:spChg chg="add del">
          <ac:chgData name="Sviatoslav Cherniak" userId="5ccca3ab7b45e3c7" providerId="LiveId" clId="{22238C8C-78F1-4C41-9404-AC2C8E199534}" dt="2026-03-06T15:17:52.990" v="1700" actId="26606"/>
          <ac:spMkLst>
            <pc:docMk/>
            <pc:sldMk cId="629165924" sldId="262"/>
            <ac:spMk id="16" creationId="{90F533E9-6690-41A8-A372-4C6C622D028D}"/>
          </ac:spMkLst>
        </pc:spChg>
        <pc:spChg chg="add">
          <ac:chgData name="Sviatoslav Cherniak" userId="5ccca3ab7b45e3c7" providerId="LiveId" clId="{22238C8C-78F1-4C41-9404-AC2C8E199534}" dt="2026-03-06T15:17:52.998" v="1701" actId="26606"/>
          <ac:spMkLst>
            <pc:docMk/>
            <pc:sldMk cId="629165924" sldId="262"/>
            <ac:spMk id="18" creationId="{D4771268-CB57-404A-9271-370EB28F6090}"/>
          </ac:spMkLst>
        </pc:spChg>
        <pc:picChg chg="add mod ord">
          <ac:chgData name="Sviatoslav Cherniak" userId="5ccca3ab7b45e3c7" providerId="LiveId" clId="{22238C8C-78F1-4C41-9404-AC2C8E199534}" dt="2026-03-06T15:17:52.998" v="1701" actId="26606"/>
          <ac:picMkLst>
            <pc:docMk/>
            <pc:sldMk cId="629165924" sldId="262"/>
            <ac:picMk id="5" creationId="{6270C0BD-6819-5ED1-30E7-C1E0AA3F371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Games of long tailed Chicken in the arctic.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Irrationality and  fruits of interdisciplinary research in decision theory.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F6F00C-2792-2643-6284-DF23A8F15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Sequential Games, Backward Induction and their limits under heavy tails . Chicken Game in Greenland.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A6CF49-2F6F-15B8-599F-A705AC955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99" r="12646" b="2"/>
          <a:stretch>
            <a:fillRect/>
          </a:stretch>
        </p:blipFill>
        <p:spPr>
          <a:xfrm>
            <a:off x="96104" y="2224969"/>
            <a:ext cx="6911186" cy="46330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709E378-30CF-E71E-28D9-1A940107D014}"/>
                  </a:ext>
                </a:extLst>
              </p:cNvPr>
              <p:cNvSpPr txBox="1"/>
              <p:nvPr/>
            </p:nvSpPr>
            <p:spPr>
              <a:xfrm>
                <a:off x="6522098" y="2083806"/>
                <a:ext cx="5197151" cy="933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Richardson law in power law CDF form is expressed as </a:t>
                </a:r>
                <a14:m>
                  <m:oMath xmlns:m="http://schemas.openxmlformats.org/officeDocument/2006/math">
                    <m:r>
                      <a:rPr lang="en-GB" i="1"/>
                      <m:t>𝐹</m:t>
                    </m:r>
                    <m:d>
                      <m:dPr>
                        <m:ctrlPr>
                          <a:rPr lang="en-GB" i="1"/>
                        </m:ctrlPr>
                      </m:dPr>
                      <m:e>
                        <m:r>
                          <a:rPr lang="en-GB" i="1"/>
                          <m:t>𝑥</m:t>
                        </m:r>
                      </m:e>
                    </m:d>
                    <m:r>
                      <a:rPr lang="en-GB" i="1"/>
                      <m:t>=1−</m:t>
                    </m:r>
                    <m:r>
                      <a:rPr lang="en-GB" i="1"/>
                      <m:t>𝐶</m:t>
                    </m:r>
                    <m:sSup>
                      <m:sSupPr>
                        <m:ctrlPr>
                          <a:rPr lang="en-GB" i="1"/>
                        </m:ctrlPr>
                      </m:sSupPr>
                      <m:e>
                        <m:r>
                          <a:rPr lang="en-GB" i="1"/>
                          <m:t>𝑥</m:t>
                        </m:r>
                      </m:e>
                      <m:sup>
                        <m:r>
                          <a:rPr lang="en-GB" i="1"/>
                          <m:t>−</m:t>
                        </m:r>
                        <m:r>
                          <a:rPr lang="en-GB" i="1"/>
                          <m:t>𝑘</m:t>
                        </m:r>
                      </m:sup>
                    </m:sSup>
                    <m:r>
                      <a:rPr lang="en-GB" i="1"/>
                      <m:t>, </m:t>
                    </m:r>
                    <m:r>
                      <a:rPr lang="en-GB" i="1"/>
                      <m:t>𝑘</m:t>
                    </m:r>
                    <m:r>
                      <a:rPr lang="en-GB" i="1"/>
                      <m:t> </m:t>
                    </m:r>
                    <m:r>
                      <a:rPr lang="en-GB" i="1"/>
                      <m:t>𝑡𝑎𝑘𝑒𝑛</m:t>
                    </m:r>
                    <m:r>
                      <a:rPr lang="en-GB" i="1"/>
                      <m:t> </m:t>
                    </m:r>
                    <m:r>
                      <a:rPr lang="en-GB" i="1"/>
                      <m:t>𝑡𝑜</m:t>
                    </m:r>
                    <m:r>
                      <a:rPr lang="en-GB" i="1"/>
                      <m:t> </m:t>
                    </m:r>
                    <m:r>
                      <a:rPr lang="en-GB" i="1"/>
                      <m:t>𝑏𝑒</m:t>
                    </m:r>
                    <m:r>
                      <a:rPr lang="en-GB" i="1"/>
                      <m:t> 1.5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−1.7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709E378-30CF-E71E-28D9-1A940107D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098" y="2083806"/>
                <a:ext cx="5197151" cy="933589"/>
              </a:xfrm>
              <a:prstGeom prst="rect">
                <a:avLst/>
              </a:prstGeom>
              <a:blipFill>
                <a:blip r:embed="rId3"/>
                <a:stretch>
                  <a:fillRect l="-1056" t="-3922" r="-18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6F833946-557F-4876-4D4D-D0CA5DE7C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222" y="2966944"/>
            <a:ext cx="4859100" cy="32474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2D2835-666E-1573-34BC-C044AF68744C}"/>
                  </a:ext>
                </a:extLst>
              </p:cNvPr>
              <p:cNvSpPr txBox="1"/>
              <p:nvPr/>
            </p:nvSpPr>
            <p:spPr>
              <a:xfrm>
                <a:off x="1231641" y="1772816"/>
                <a:ext cx="434939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 smtClean="0"/>
                          </m:ctrlPr>
                        </m:dPr>
                        <m:e>
                          <m:r>
                            <a:rPr lang="en-GB" i="1"/>
                            <m:t>𝑢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i="1"/>
                            <m:t>;</m:t>
                          </m:r>
                          <m:r>
                            <a:rPr lang="en-GB" i="1"/>
                            <m:t>𝑒𝑠𝑐𝑎𝑙𝑎𝑡𝑒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GB" i="1"/>
                        <m:t>=</m:t>
                      </m:r>
                      <m:r>
                        <a:rPr lang="en-GB" i="1"/>
                        <m:t>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i="1"/>
                        <m:t>𝑈</m:t>
                      </m:r>
                      <m:r>
                        <a:rPr lang="en-GB" i="1"/>
                        <m:t> </m:t>
                      </m:r>
                      <m:d>
                        <m:dPr>
                          <m:ctrlPr>
                            <a:rPr lang="en-GB" i="1"/>
                          </m:ctrlPr>
                        </m:dPr>
                        <m:e>
                          <m:r>
                            <a:rPr lang="en-GB" i="1"/>
                            <m:t>𝑢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i="1"/>
                            <m:t>;</m:t>
                          </m:r>
                          <m:r>
                            <a:rPr lang="en-GB" i="1"/>
                            <m:t>𝑠𝑤𝑒𝑟𝑣𝑒</m:t>
                          </m:r>
                        </m:e>
                      </m:d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𝑒𝑢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𝑒𝑠𝑐𝑎𝑙𝑎𝑡𝑒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𝑒𝑢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𝑠𝑤𝑒𝑟𝑣𝑒</m:t>
                          </m:r>
                        </m:e>
                      </m:d>
                      <m:r>
                        <a:rPr lang="en-GB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2D2835-666E-1573-34BC-C044AF687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41" y="1772816"/>
                <a:ext cx="4349396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010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04874-69E6-F79F-731F-12F9C01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Normative Theory isn’t enough. The uneasy truce between Constructivism in IR and Prospect theory.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30A2210-6E3C-7373-596C-22834B2FB1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i="1" smtClean="0"/>
                      <m:t>𝑉</m:t>
                    </m:r>
                    <m:d>
                      <m:dPr>
                        <m:ctrlPr>
                          <a:rPr lang="en-GB" i="1"/>
                        </m:ctrlPr>
                      </m:dPr>
                      <m:e>
                        <m:r>
                          <a:rPr lang="en-GB" i="1"/>
                          <m:t>𝑥</m:t>
                        </m:r>
                      </m:e>
                    </m:d>
                    <m:r>
                      <a:rPr lang="en-GB" i="1"/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GB" i="1"/>
                        </m:ctrlPr>
                      </m:naryPr>
                      <m:sub>
                        <m:r>
                          <a:rPr lang="en-GB" i="1"/>
                          <m:t>𝑖</m:t>
                        </m:r>
                        <m:r>
                          <a:rPr lang="en-GB" i="1"/>
                          <m:t>=1</m:t>
                        </m:r>
                      </m:sub>
                      <m:sup>
                        <m:r>
                          <a:rPr lang="en-GB" i="1"/>
                          <m:t>𝑜</m:t>
                        </m:r>
                      </m:sup>
                      <m:e>
                        <m:sSub>
                          <m:sSubPr>
                            <m:ctrlPr>
                              <a:rPr lang="en-GB" i="1"/>
                            </m:ctrlPr>
                          </m:sSubPr>
                          <m:e>
                            <m:r>
                              <a:rPr lang="en-GB" i="1"/>
                              <m:t>𝜋</m:t>
                            </m:r>
                            <m:d>
                              <m:dPr>
                                <m:ctrlPr>
                                  <a:rPr lang="en-GB" i="1"/>
                                </m:ctrlPr>
                              </m:dPr>
                              <m:e>
                                <m:r>
                                  <a:rPr lang="en-GB" i="1"/>
                                  <m:t>𝑝</m:t>
                                </m:r>
                              </m:e>
                            </m:d>
                          </m:e>
                          <m:sub>
                            <m:r>
                              <a:rPr lang="en-GB" i="1"/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en-GB" i="1"/>
                            </m:ctrlPr>
                          </m:sSubPr>
                          <m:e>
                            <m:r>
                              <a:rPr lang="en-GB" i="1"/>
                              <m:t>𝑣</m:t>
                            </m:r>
                            <m:r>
                              <a:rPr lang="en-GB" i="1"/>
                              <m:t>(</m:t>
                            </m:r>
                            <m:r>
                              <a:rPr lang="en-GB" i="1"/>
                              <m:t>𝑥</m:t>
                            </m:r>
                            <m:r>
                              <a:rPr lang="en-GB" i="1"/>
                              <m:t>)</m:t>
                            </m:r>
                          </m:e>
                          <m:sub>
                            <m:r>
                              <a:rPr lang="en-GB" i="1"/>
                              <m:t>𝑜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/>
                  <a:t> Value function over all outcomes o </a:t>
                </a:r>
              </a:p>
              <a:p>
                <a14:m>
                  <m:oMath xmlns:m="http://schemas.openxmlformats.org/officeDocument/2006/math">
                    <m:r>
                      <a:rPr lang="en-GB" i="1"/>
                      <m:t>𝑣</m:t>
                    </m:r>
                  </m:oMath>
                </a14:m>
                <a:r>
                  <a:rPr lang="en-GB" dirty="0"/>
                  <a:t> (x)=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i="1"/>
                        </m:ctrlPr>
                      </m:mPr>
                      <m:mr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en-GB" i="1"/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GB" i="1"/>
                                  </m:ctrlPr>
                                </m:eqArrPr>
                                <m:e>
                                  <m:sSup>
                                    <m:sSupPr>
                                      <m:ctrlPr>
                                        <a:rPr lang="en-GB" i="1"/>
                                      </m:ctrlPr>
                                    </m:sSupPr>
                                    <m:e>
                                      <m:r>
                                        <a:rPr lang="en-GB" i="1"/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i="1"/>
                                        <m:t>0.5</m:t>
                                      </m:r>
                                    </m:sup>
                                  </m:sSup>
                                  <m:r>
                                    <a:rPr lang="en-GB" i="1"/>
                                    <m:t>,</m:t>
                                  </m:r>
                                  <m:r>
                                    <a:rPr lang="en-GB" i="1"/>
                                    <m:t>𝑥</m:t>
                                  </m:r>
                                  <m:r>
                                    <a:rPr lang="en-GB" i="1"/>
                                    <m:t>≥0</m:t>
                                  </m:r>
                                </m:e>
                                <m:e>
                                  <m:r>
                                    <a:rPr lang="en-GB" i="1"/>
                                    <m:t>−2</m:t>
                                  </m:r>
                                  <m:sSup>
                                    <m:sSupPr>
                                      <m:ctrlPr>
                                        <a:rPr lang="en-GB" i="1"/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i="1"/>
                                          </m:ctrlPr>
                                        </m:dPr>
                                        <m:e>
                                          <m:r>
                                            <a:rPr lang="en-GB" i="1"/>
                                            <m:t>−</m:t>
                                          </m:r>
                                          <m:r>
                                            <a:rPr lang="en-GB" i="1"/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i="1"/>
                                        <m:t>0.5</m:t>
                                      </m:r>
                                    </m:sup>
                                  </m:sSup>
                                  <m:r>
                                    <a:rPr lang="en-GB" i="1"/>
                                    <m:t>,</m:t>
                                  </m:r>
                                  <m:r>
                                    <a:rPr lang="en-GB" i="1"/>
                                    <m:t>𝑥</m:t>
                                  </m:r>
                                  <m:r>
                                    <a:rPr lang="en-GB" i="1"/>
                                    <m:t>&lt;0</m:t>
                                  </m:r>
                                </m:e>
                              </m:eqArr>
                            </m:e>
                          </m:d>
                        </m:e>
                        <m:e/>
                      </m:mr>
                    </m:m>
                  </m:oMath>
                </a14:m>
                <a:r>
                  <a:rPr lang="en-GB" dirty="0"/>
                  <a:t>utility function with respect to status quo with the reflection effect</a:t>
                </a:r>
              </a:p>
              <a:p>
                <a14:m>
                  <m:oMath xmlns:m="http://schemas.openxmlformats.org/officeDocument/2006/math">
                    <m:r>
                      <a:rPr lang="en-GB" i="1"/>
                      <m:t>𝜋</m:t>
                    </m:r>
                    <m:r>
                      <a:rPr lang="en-GB" i="1"/>
                      <m:t>(</m:t>
                    </m:r>
                    <m:r>
                      <a:rPr lang="en-GB" i="1"/>
                      <m:t>𝑝</m:t>
                    </m:r>
                    <m:r>
                      <a:rPr lang="en-GB" i="1"/>
                      <m:t>)=</m:t>
                    </m:r>
                    <m:sSup>
                      <m:sSupPr>
                        <m:ctrlPr>
                          <a:rPr lang="en-GB" i="1"/>
                        </m:ctrlPr>
                      </m:sSupPr>
                      <m:e>
                        <m:r>
                          <a:rPr lang="en-GB" i="1"/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GB" i="1"/>
                            </m:ctrlPr>
                          </m:sSupPr>
                          <m:e>
                            <m:r>
                              <a:rPr lang="en-GB" i="1"/>
                              <m:t>−(−</m:t>
                            </m:r>
                            <m:r>
                              <a:rPr lang="en-GB" i="1"/>
                              <m:t>𝑙𝑛</m:t>
                            </m:r>
                            <m:r>
                              <a:rPr lang="en-GB" i="1"/>
                              <m:t>(</m:t>
                            </m:r>
                            <m:r>
                              <a:rPr lang="en-GB" i="1"/>
                              <m:t>𝐹</m:t>
                            </m:r>
                            <m:r>
                              <a:rPr lang="en-GB" i="1"/>
                              <m:t>(</m:t>
                            </m:r>
                            <m:r>
                              <a:rPr lang="en-GB" i="1"/>
                              <m:t>𝑥</m:t>
                            </m:r>
                            <m:r>
                              <a:rPr lang="en-GB" i="1"/>
                              <m:t>)))</m:t>
                            </m:r>
                          </m:e>
                          <m:sup>
                            <m:r>
                              <a:rPr lang="en-GB" i="1"/>
                              <m:t>𝑎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GB" dirty="0"/>
                  <a:t>,</a:t>
                </a:r>
                <a:r>
                  <a:rPr lang="en-GB" dirty="0" err="1"/>
                  <a:t>Prelec</a:t>
                </a:r>
                <a:r>
                  <a:rPr lang="en-GB" dirty="0"/>
                  <a:t>(1998) weighting function  a=0.5 for plotting purposes.</a:t>
                </a:r>
              </a:p>
              <a:p>
                <a14:m>
                  <m:oMath xmlns:m="http://schemas.openxmlformats.org/officeDocument/2006/math">
                    <m:r>
                      <a:rPr lang="en-GB" i="1"/>
                      <m:t>𝐹</m:t>
                    </m:r>
                    <m:d>
                      <m:dPr>
                        <m:ctrlPr>
                          <a:rPr lang="en-GB" i="1"/>
                        </m:ctrlPr>
                      </m:dPr>
                      <m:e>
                        <m:r>
                          <a:rPr lang="en-GB" i="1"/>
                          <m:t>𝑥</m:t>
                        </m:r>
                      </m:e>
                    </m:d>
                    <m:r>
                      <a:rPr lang="en-GB" i="1"/>
                      <m:t>=1−</m:t>
                    </m:r>
                    <m:r>
                      <a:rPr lang="en-GB" i="1"/>
                      <m:t>𝐶</m:t>
                    </m:r>
                    <m:sSup>
                      <m:sSupPr>
                        <m:ctrlPr>
                          <a:rPr lang="en-GB" i="1"/>
                        </m:ctrlPr>
                      </m:sSupPr>
                      <m:e>
                        <m:r>
                          <a:rPr lang="en-GB" i="1"/>
                          <m:t>𝑥</m:t>
                        </m:r>
                      </m:e>
                      <m:sup>
                        <m:r>
                          <a:rPr lang="en-GB" i="1"/>
                          <m:t>−</m:t>
                        </m:r>
                        <m:r>
                          <a:rPr lang="en-GB" i="1"/>
                          <m:t>𝑘</m:t>
                        </m:r>
                      </m:sup>
                    </m:sSup>
                    <m:r>
                      <a:rPr lang="en-GB" i="1"/>
                      <m:t>, </m:t>
                    </m:r>
                  </m:oMath>
                </a14:m>
                <a:endParaRPr lang="en-GB" i="1" dirty="0"/>
              </a:p>
              <a:p>
                <a14:m>
                  <m:oMath xmlns:m="http://schemas.openxmlformats.org/officeDocument/2006/math">
                    <m:r>
                      <a:rPr lang="en-GB" i="1"/>
                      <m:t>𝜋</m:t>
                    </m:r>
                    <m:d>
                      <m:dPr>
                        <m:ctrlPr>
                          <a:rPr lang="en-GB" i="1"/>
                        </m:ctrlPr>
                      </m:dPr>
                      <m:e>
                        <m:r>
                          <a:rPr lang="en-GB" i="1"/>
                          <m:t>𝑝</m:t>
                        </m:r>
                      </m:e>
                    </m:d>
                    <m:r>
                      <a:rPr lang="en-GB" i="1"/>
                      <m:t>=</m:t>
                    </m:r>
                    <m:r>
                      <m:rPr>
                        <m:sty m:val="p"/>
                      </m:rPr>
                      <a:rPr lang="en-GB"/>
                      <m:t>exp</m:t>
                    </m:r>
                    <m:r>
                      <a:rPr lang="en-GB" i="1"/>
                      <m:t>(−</m:t>
                    </m:r>
                  </m:oMath>
                </a14:m>
                <a:r>
                  <a:rPr lang="en-GB" dirty="0"/>
                  <a:t>[</a:t>
                </a:r>
                <a14:m>
                  <m:oMath xmlns:m="http://schemas.openxmlformats.org/officeDocument/2006/math">
                    <m:r>
                      <a:rPr lang="en-GB" i="1"/>
                      <m:t>1−</m:t>
                    </m:r>
                    <m:r>
                      <a:rPr lang="en-GB" i="1"/>
                      <m:t>𝐶</m:t>
                    </m:r>
                    <m:sSup>
                      <m:sSupPr>
                        <m:ctrlPr>
                          <a:rPr lang="en-GB" i="1"/>
                        </m:ctrlPr>
                      </m:sSupPr>
                      <m:e>
                        <m:r>
                          <a:rPr lang="en-GB" i="1"/>
                          <m:t>𝑥</m:t>
                        </m:r>
                      </m:e>
                      <m:sup>
                        <m:r>
                          <a:rPr lang="en-GB" i="1"/>
                          <m:t>−</m:t>
                        </m:r>
                        <m:r>
                          <a:rPr lang="en-GB" i="1"/>
                          <m:t>𝑘</m:t>
                        </m:r>
                      </m:sup>
                    </m:sSup>
                    <m:sSup>
                      <m:sSupPr>
                        <m:ctrlPr>
                          <a:rPr lang="en-GB" i="1"/>
                        </m:ctrlPr>
                      </m:sSupPr>
                      <m:e>
                        <m:r>
                          <a:rPr lang="en-GB" i="1"/>
                          <m:t>]</m:t>
                        </m:r>
                      </m:e>
                      <m:sup>
                        <m:r>
                          <a:rPr lang="en-GB" i="1"/>
                          <m:t>𝑎</m:t>
                        </m:r>
                      </m:sup>
                    </m:sSup>
                    <m:r>
                      <a:rPr lang="en-GB" i="1"/>
                      <m:t>)</m:t>
                    </m:r>
                  </m:oMath>
                </a14:m>
                <a:r>
                  <a:rPr lang="en-GB" dirty="0"/>
                  <a:t> Weighting function under the power law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30A2210-6E3C-7373-596C-22834B2FB1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 r="-4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8554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DD7D8-CF90-939A-82A8-FDADB2F50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Probability Weighting effects under Richardson Law. Irrationality and game dynamics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70C0BD-6819-5ED1-30E7-C1E0AA3F3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113922"/>
            <a:ext cx="6780700" cy="462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65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3775E-22FE-4034-1E24-8E0EBDC1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Framing and risk aversion. Choosing rational outcomes for irrational reasons. The Davos “Swerve”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774F48-E2F7-FC5C-F2C7-4A00B8944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" b="-2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24B80B-65BC-985B-C677-5369A8BC3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315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6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5214-7A39-5960-C115-707408576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Better theories better models. The fruits of interdisciplinary research in decision theory.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8630D-115D-05DD-AF76-F44C5DE0F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67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CCB9-9EAE-EE93-7A51-70A7BD728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Extra.Strategic</a:t>
            </a:r>
            <a:r>
              <a:rPr lang="en-GB" dirty="0"/>
              <a:t> hysteresis? The Poisoned Chalice of the Iran Iraq war after Second Khorramshahr(1982).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BAA69-6E25-77B0-3F9E-BA957A157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9264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232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 Games of long tailed Chicken in the arctic.  </vt:lpstr>
      <vt:lpstr>Sequential Games, Backward Induction and their limits under heavy tails . Chicken Game in Greenland.</vt:lpstr>
      <vt:lpstr>Where Normative Theory isn’t enough. The uneasy truce between Constructivism in IR and Prospect theory. </vt:lpstr>
      <vt:lpstr>Probability Weighting effects under Richardson Law. Irrationality and game dynamics </vt:lpstr>
      <vt:lpstr>Framing and risk aversion. Choosing rational outcomes for irrational reasons. The Davos “Swerve”</vt:lpstr>
      <vt:lpstr>Better theories better models. The fruits of interdisciplinary research in decision theory.</vt:lpstr>
      <vt:lpstr>Extra.Strategic hysteresis? The Poisoned Chalice of the Iran Iraq war after Second Khorramshahr(1982).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Sviatoslav Cherniak</dc:creator>
  <cp:lastModifiedBy>Sviatoslav Cherniak</cp:lastModifiedBy>
  <cp:revision>2</cp:revision>
  <dcterms:created xsi:type="dcterms:W3CDTF">2025-07-23T00:59:00Z</dcterms:created>
  <dcterms:modified xsi:type="dcterms:W3CDTF">2026-03-06T15:35:28Z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